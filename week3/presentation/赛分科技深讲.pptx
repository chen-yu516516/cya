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赛分科技 (688758)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上市前股本变化——从招股书原文重新审查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陈雨昂 | 2026年7月 | Week 3 补交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基于教师检查报告反馈，重新从PDF逐页翻查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股本变化时间线（第51-66页）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1417320"/>
            <a:ext cx="1024128" cy="27432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20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2009.3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1000万注册资本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1280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黄学英900万(90%)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沈建林50万(5%)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潘鼎50万(5%)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[第51页]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94560" y="1188720"/>
            <a:ext cx="73152" cy="54864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10" name="Shape 8"/>
          <p:cNvSpPr/>
          <p:nvPr/>
        </p:nvSpPr>
        <p:spPr>
          <a:xfrm>
            <a:off x="2267712" y="1417320"/>
            <a:ext cx="1024128" cy="27432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11" name="Text 9"/>
          <p:cNvSpPr/>
          <p:nvPr/>
        </p:nvSpPr>
        <p:spPr>
          <a:xfrm>
            <a:off x="1874520" y="1920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~2020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74520" y="2286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报告期前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增至2408万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74520" y="2834640"/>
            <a:ext cx="1280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16个股东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招股书未逐笔披露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新增周金清等13方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[第53-54页]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11880" y="1188720"/>
            <a:ext cx="73152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3685032" y="1417320"/>
            <a:ext cx="1024128" cy="27432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920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2021.4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2286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转让+增资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→2750.68万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2834640"/>
            <a:ext cx="1280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转让：黄学英→4方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增资：国寿疌泉等4方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342.68万新增资本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[第55-56页]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0" y="118872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5102352" y="1417320"/>
            <a:ext cx="1024128" cy="27432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920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2021.8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286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业绩补偿转让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→2750.68万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2834640"/>
            <a:ext cx="1280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黄学英→高新同华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22万注册资本/0元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[第57-58页]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46520" y="118872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Shape 23"/>
          <p:cNvSpPr/>
          <p:nvPr/>
        </p:nvSpPr>
        <p:spPr>
          <a:xfrm>
            <a:off x="6519672" y="1417320"/>
            <a:ext cx="1024128" cy="27432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1920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2021.9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2286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→2750.68万股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2834640"/>
            <a:ext cx="1280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净资产折股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21名发起人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10.7537:1折股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[第52-53页]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863840" y="1188720"/>
            <a:ext cx="73152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0" name="Shape 28"/>
          <p:cNvSpPr/>
          <p:nvPr/>
        </p:nvSpPr>
        <p:spPr>
          <a:xfrm>
            <a:off x="7936992" y="1417320"/>
            <a:ext cx="1024128" cy="27432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31" name="Text 29"/>
          <p:cNvSpPr/>
          <p:nvPr/>
        </p:nvSpPr>
        <p:spPr>
          <a:xfrm>
            <a:off x="7543800" y="1920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2021.11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43800" y="2286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→3175.07万股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43800" y="2834640"/>
            <a:ext cx="1280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源峰磐赛等10方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424.39万股新增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127.24元/股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[第59页]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281160" y="118872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8961120" y="1920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2021.12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961120" y="2286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增资+转增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→36648.84万股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961120" y="2834640"/>
            <a:ext cx="1280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聚贝投资11.79万股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每10股转增105股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总股本扩大11.5倍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[第61-63页]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008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我一开始只读到第55页就停了——后面还有整整3次增资+1次转增+2次转让，翻到第66页才全部凑齐。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股权转让：5笔全貌（教师指出我原来基本缺失）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88720" y="1097280"/>
            <a:ext cx="685800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0972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0" y="1097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转让方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0" y="10972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受让方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0" y="10972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数量(万)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1097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单价(元)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0" y="1097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总价(万)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0" y="1097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88720" y="1417320"/>
            <a:ext cx="6858000" cy="320040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1417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2021.4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0" y="1417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黄学英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26080" y="14173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复星惟盈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31920" y="14173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37.3190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1417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51.52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35040" y="1417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1922.86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0" y="1417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第55页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88720" y="1737360"/>
            <a:ext cx="68580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17373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2021.4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1737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黄学英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26080" y="17373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朱勤华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31920" y="17373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19.4081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1737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51.52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35040" y="1737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1000.00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2320" y="1737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第56页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188720" y="2057400"/>
            <a:ext cx="6858000" cy="320040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20574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2021.4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11680" y="2057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黄学英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926080" y="20574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唐斌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931920" y="20574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0.8872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0" y="2057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51.52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35040" y="2057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45.71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32320" y="2057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第56页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188720" y="2377440"/>
            <a:ext cx="68580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188720" y="23774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2021.4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011680" y="2377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黄学英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926080" y="2377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张敏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931920" y="2377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0.6100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37760" y="2377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51.52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35040" y="2377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31.43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32320" y="2377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第56页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188720" y="2697480"/>
            <a:ext cx="6858000" cy="320040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45" name="Text 43"/>
          <p:cNvSpPr/>
          <p:nvPr/>
        </p:nvSpPr>
        <p:spPr>
          <a:xfrm>
            <a:off x="1188720" y="26974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2021.8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011680" y="2697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黄学英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926080" y="26974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高新同华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931920" y="26974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22.0000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37760" y="2697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035040" y="2697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132320" y="2697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第57-58页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008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关键发现：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40080" y="3566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我原来以为唐斌把股份转给了张敏——翻到第56页才发现，两个人都是从黄学英那里受让的，是两笔独立的交易。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0080" y="4114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转让方全是黄学英，报告期内没有其他股东的转让。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高新同华那笔0元转让是业绩补偿，不是市场化交易，容易被误判为定价异常。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张敏0.61万注册资本——这么小的数额，差点漏掉，还好表格里有。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案例：单位错误——自动抽取栽了跟头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2021年11月第二次增资（10个认购方）| 第59页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840480" cy="25603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抽了什么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认购方：源峰磐赛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认购股份：</a:t>
            </a:r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</a:rPr>
              <a:t>1,571,815 股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
（直接抄了表格里的数，没转换）
</a:t>
            </a:r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</a:rPr>
              <a:t>原文表头写的是「认购股份（股）」
</a:t>
            </a:r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</a:rPr>
              <a:t>LLM 照抄了数值，没执行 ÷10000
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80560" y="201168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840480" cy="25603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应该是什么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认购方：源峰磐赛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认购股份：</a:t>
            </a:r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</a:rPr>
              <a:t>157.1815 万股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
（1,571,815 ÷ 10,000 = 157.1815）
</a:t>
            </a:r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</a:rPr>
              <a:t>涉及10条记录，全部偏差10,000倍
</a:t>
            </a:r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</a:rPr>
              <a:t>珠海峦恒、高瓴祈睿、国药中生等
</a:t>
            </a:r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</a:rPr>
              <a:t>全是一个批次的问题
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8046720" cy="914400"/>
          </a:xfrm>
          <a:prstGeom prst="rect">
            <a:avLst>
              <a:gd name="adj" fmla="val 5000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976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教训：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这个是pipeline里最容易踩的坑——LLM看到表格里的数字会忠实复制，但不会主动做单位转换。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后处理规则（值&gt;1000则÷10000）能修，但应该在pipeline里就拦住。我在Week2的prompt里写了"股→万股"的要求，但LLM在逐页扫描时忽略了这条。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反思：这次修正教会我什么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8046720" cy="960120"/>
          </a:xfrm>
          <a:prstGeom prst="rect">
            <a:avLst>
              <a:gd name="adj" fmla="val 7619"/>
            </a:avLst>
          </a:prstGeom>
          <a:solidFill>
            <a:srgbClr val="028090"/>
          </a:solidFill>
          <a:ln/>
          <a:effectLst>
            <a:outerShdw sx="100000" sy="100000" kx="0" ky="0" algn="bl" rotWithShape="0" blurRad="50800" dist="127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4475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翻完整个章节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75564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不要读了一半就停。我第一次只翻到第55页，错过了后面3次增资、1次转增和1次转让。招股书的历史沿革要翻到最后一页。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8046720" cy="960120"/>
          </a:xfrm>
          <a:prstGeom prst="rect">
            <a:avLst>
              <a:gd name="adj" fmla="val 7619"/>
            </a:avLst>
          </a:prstGeom>
          <a:solidFill>
            <a:srgbClr val="00A896"/>
          </a:solidFill>
          <a:ln/>
          <a:effectLst>
            <a:outerShdw sx="100000" sy="100000" kx="0" ky="0" algn="bl" rotWithShape="0" blurRad="50800" dist="127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63347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转让≠增资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94436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赛分科技2021年4月是先转让（黄学英→4方），再增资（4方新认购）。两个事件在同一段文字里，容易混。唐斌和张敏两笔转让方向我搞反过——教师提醒后回PDF才看清。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8046720" cy="960120"/>
          </a:xfrm>
          <a:prstGeom prst="rect">
            <a:avLst>
              <a:gd name="adj" fmla="val 7619"/>
            </a:avLst>
          </a:prstGeom>
          <a:solidFill>
            <a:srgbClr val="02C39A"/>
          </a:solidFill>
          <a:ln/>
          <a:effectLst>
            <a:outerShdw sx="100000" sy="100000" kx="0" ky="0" algn="bl" rotWithShape="0" blurRad="50800" dist="12700" dir="162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82219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单位转换是硬坎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13308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Auto抽取能正确读到1,571,815这个数，但单位归一化（股→万股）在LLM层面不可靠。需要后处理规则兜底。赛分科技的10笔偏差正好作为pipeline改进的测试案例。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gold最终数据：认缴流量23条 + 股权结构120条（7个时点）+ 股权转让5条 + 交叉校验9条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陈雨昂</dc:creator>
  <cp:lastModifiedBy>陈雨昂</cp:lastModifiedBy>
  <cp:revision>1</cp:revision>
  <dcterms:created xsi:type="dcterms:W3CDTF">2026-07-11T04:51:59Z</dcterms:created>
  <dcterms:modified xsi:type="dcterms:W3CDTF">2026-07-11T04:51:59Z</dcterms:modified>
</cp:coreProperties>
</file>